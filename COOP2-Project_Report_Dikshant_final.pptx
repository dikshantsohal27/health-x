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3" r:id="rId10"/>
    <p:sldId id="272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50058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Health-X</a:t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Dikshant Sohal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2210990283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 Gurpreet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1" dirty="0" err="1"/>
              <a:t>HealthX</a:t>
            </a:r>
            <a:r>
              <a:rPr lang="en-US" sz="2000" dirty="0"/>
              <a:t> is a secure healthcare professional management platform developed to simplify and secure the process of doctor registration, authentication, and profile management. With the growing demand for digital healthcare systems, there is a need for platforms that provide secure access, efficient user management, and reliable authentication mechanisms.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2000" dirty="0" err="1"/>
              <a:t>HealthX</a:t>
            </a:r>
            <a:r>
              <a:rPr lang="en-US" sz="2000" dirty="0"/>
              <a:t> allows healthcare professionals to register, log in, verify their accounts through email, and recover forgotten passwords securely. The platform is designed to enhance security, improve user experience, and provide a scalable solution for healthcare profile management systems.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EAA5-412E-7647-FBB8-B78159AC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4BE2DDD-3116-750E-2A1A-C277B3FC613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D786D54-C465-D3F1-1C9D-BF7B1B1A18F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E19E9BD-D4F2-B011-DE2D-67FA6656F9A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dirty="0"/>
              <a:t>Healthcare professionals require a secure and efficient platform to manage their profiles and authentication processes digitally. Existing systems often lack proper security mechanisms such as secure login, email verification, and password recovery.</a:t>
            </a:r>
          </a:p>
          <a:p>
            <a:r>
              <a:rPr lang="en-US" dirty="0"/>
              <a:t>The objective of this project, </a:t>
            </a:r>
            <a:r>
              <a:rPr lang="en-US" b="1" dirty="0" err="1"/>
              <a:t>HealthX</a:t>
            </a:r>
            <a:r>
              <a:rPr lang="en-US" dirty="0"/>
              <a:t>, is to develop a secure healthcare professional management platform using Next.js, Node.js, and MongoDB. The system enables doctors to register, log in, verify their accounts through email, and securely reset passwords using JWT authentication, </a:t>
            </a:r>
            <a:r>
              <a:rPr lang="en-US" dirty="0" err="1"/>
              <a:t>Bcrypt</a:t>
            </a:r>
            <a:r>
              <a:rPr lang="en-US" dirty="0"/>
              <a:t> password hashing, and </a:t>
            </a:r>
            <a:r>
              <a:rPr lang="en-US" dirty="0" err="1"/>
              <a:t>Nodemailer</a:t>
            </a:r>
            <a:r>
              <a:rPr lang="en-US" dirty="0"/>
              <a:t> email services.</a:t>
            </a:r>
          </a:p>
          <a:p>
            <a:r>
              <a:rPr lang="en-US" dirty="0"/>
              <a:t>The platform focuses on improving security, user management, and accessibility while providing a scalable and user-friendly healthcare authentication system.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024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C1D2-8283-A975-FCB6-92120792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0EDAE44-5ABD-52FD-123B-A3A363C28A7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Objective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F4F2496-40D3-ACEE-EFC7-EECDA372DD7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6A6BC5F-4D92-4A95-BCFF-FEF8CEC4337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main objective of the </a:t>
            </a:r>
            <a:r>
              <a:rPr lang="en-US" sz="2000" dirty="0" err="1"/>
              <a:t>HealthX</a:t>
            </a:r>
            <a:r>
              <a:rPr lang="en-US" sz="2000" dirty="0"/>
              <a:t> project is to develop a secure and efficient healthcare professional management platform that simplifies doctor registration, authentication, and profile management. The project aims to provide secure user authentication using JWT and </a:t>
            </a:r>
            <a:r>
              <a:rPr lang="en-US" sz="2000" dirty="0" err="1"/>
              <a:t>Bcrypt</a:t>
            </a:r>
            <a:r>
              <a:rPr lang="en-US" sz="2000" dirty="0"/>
              <a:t>, along with email verification and password recovery features through </a:t>
            </a:r>
            <a:r>
              <a:rPr lang="en-US" sz="2000" dirty="0" err="1"/>
              <a:t>Nodemailer</a:t>
            </a:r>
            <a:r>
              <a:rPr lang="en-US" sz="2000" dirty="0"/>
              <a:t>. It also focuses on creating a responsive and user-friendly interface using Next.js and managing user data efficiently with MongoDB. Another important objective is to ensure data privacy and security through encrypted passwords and token-based authentication while building a scalable backend system using Node.js.</a:t>
            </a:r>
          </a:p>
        </p:txBody>
      </p:sp>
    </p:spTree>
    <p:extLst>
      <p:ext uri="{BB962C8B-B14F-4D97-AF65-F5344CB8AC3E}">
        <p14:creationId xmlns:p14="http://schemas.microsoft.com/office/powerpoint/2010/main" val="125396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E832-3F35-05C3-AC5C-798BB5753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4BAE292-0852-1BA3-FA69-A48570246AB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Key Features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25DEB5E-190F-B3F8-54C5-9A04E590E00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A2ACDB9-4492-F60C-9BAE-4CC9AEDC45F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is designed to support multiple programming languages, enabling users to work with both C++ and Java within a single platform. It ensures secure execution of code by utilizing isolated environments, thereby protecting system resources and preventing unauthorized access. Additionally, the platform provides real-time input and output functionality, allowing users to interact with their programs dynamically and observe results instantly.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also incorporates effective error handling mechanisms, which help users identify and resolve issues in their code efficiently. Furthermore, it is built to support multiple users simultaneously, ensuring a smooth and reliable experience even in a shared environment. Overall, these features contribute to creating a robust, secure, and user-friendly online coding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9672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AECB-F59A-61A6-21AC-E63320A7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5C07221-9C80-95BA-C6C4-65F1F457E74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Technologies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80E1888-6E29-836B-B0C5-2739CFE0E48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CD60F58-24D5-8EE3-9C95-0FADB8D322D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err="1"/>
              <a:t>HealthX</a:t>
            </a:r>
            <a:r>
              <a:rPr lang="en-US" sz="2000" dirty="0"/>
              <a:t> project is developed using modern web technologies to ensure security, scalability, and performance. The frontend is built using Next.js for creating a responsive and interactive user interface. The backend is developed with Node.js and Express.js to handle server-side operations and API management. MongoDB is used as the database for storing user and authentication data efficiently. Authentication and security are implemented using JWT (JSON Web Token) and </a:t>
            </a:r>
            <a:r>
              <a:rPr lang="en-US" sz="2000" dirty="0" err="1"/>
              <a:t>Bcrypt</a:t>
            </a:r>
            <a:r>
              <a:rPr lang="en-US" sz="2000" dirty="0"/>
              <a:t> for secure password hashing. </a:t>
            </a:r>
            <a:r>
              <a:rPr lang="en-US" sz="2000" dirty="0" err="1"/>
              <a:t>Nodemailer</a:t>
            </a:r>
            <a:r>
              <a:rPr lang="en-US" sz="2000" dirty="0"/>
              <a:t> is used to provide email verification and password recovery services. Additional tools such as </a:t>
            </a:r>
            <a:r>
              <a:rPr lang="en-US" sz="2000" dirty="0" err="1"/>
              <a:t>npm</a:t>
            </a:r>
            <a:r>
              <a:rPr lang="en-US" sz="2000" dirty="0"/>
              <a:t>, Git, and environment variables are used for dependency management, version control, and secure configuration handling.</a:t>
            </a:r>
          </a:p>
        </p:txBody>
      </p:sp>
    </p:spTree>
    <p:extLst>
      <p:ext uri="{BB962C8B-B14F-4D97-AF65-F5344CB8AC3E}">
        <p14:creationId xmlns:p14="http://schemas.microsoft.com/office/powerpoint/2010/main" val="90360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41B8-90F4-9A51-AF2A-2D3BF1B9D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1B5E30A-E0AC-7C65-8FA4-FEBB9BA6CCC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Expected Outcomes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9F67BFE-E8C7-9F12-D318-E8CB4B68988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038F7CB-9FFC-3EF4-1111-DCE719A8CD15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/>
              <a:t>The </a:t>
            </a:r>
            <a:r>
              <a:rPr lang="en-US" sz="2000" dirty="0" err="1"/>
              <a:t>HealthX</a:t>
            </a:r>
            <a:r>
              <a:rPr lang="en-US" sz="2000" dirty="0"/>
              <a:t> project is expected to provide a secure and efficient healthcare professional management platform that simplifies doctor registration, login, and profile management. The system will enable secure authentication using JWT and encrypted password storage with </a:t>
            </a:r>
            <a:r>
              <a:rPr lang="en-US" sz="2000" dirty="0" err="1"/>
              <a:t>Bcrypt</a:t>
            </a:r>
            <a:r>
              <a:rPr lang="en-US" sz="2000" dirty="0"/>
              <a:t>, ensuring user data privacy and protection. It will also provide email verification and password recovery functionality through </a:t>
            </a:r>
            <a:r>
              <a:rPr lang="en-US" sz="2000" dirty="0" err="1"/>
              <a:t>Nodemailer</a:t>
            </a:r>
            <a:r>
              <a:rPr lang="en-US" sz="2000" dirty="0"/>
              <a:t>, improving account security and user accessibility.</a:t>
            </a:r>
          </a:p>
          <a:p>
            <a:r>
              <a:rPr lang="en-US" sz="2000" dirty="0"/>
              <a:t>The platform is expected to deliver a responsive and user-friendly interface using Next.js along with a scalable backend developed using Node.js and MongoDB. Overall, the project aims to improve security, reliability, and efficiency in managing healthcare professional accounts digitally.</a:t>
            </a:r>
          </a:p>
        </p:txBody>
      </p:sp>
    </p:spTree>
    <p:extLst>
      <p:ext uri="{BB962C8B-B14F-4D97-AF65-F5344CB8AC3E}">
        <p14:creationId xmlns:p14="http://schemas.microsoft.com/office/powerpoint/2010/main" val="97126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35763</TotalTime>
  <Words>761</Words>
  <Application>Microsoft Office PowerPoint</Application>
  <PresentationFormat>On-screen Show (4:3)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appurav nehra</cp:lastModifiedBy>
  <cp:revision>2302</cp:revision>
  <dcterms:created xsi:type="dcterms:W3CDTF">2010-04-09T07:36:15Z</dcterms:created>
  <dcterms:modified xsi:type="dcterms:W3CDTF">2026-05-18T07:58:40Z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